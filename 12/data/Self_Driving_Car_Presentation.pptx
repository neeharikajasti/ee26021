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Self-Driving Car using Deep Reinforcement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Report – EE2061 Introduction to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Members:</a:t>
            </a:r>
          </a:p>
          <a:p>
            <a:pPr/>
            <a:r>
              <a:t>  • K Karthik Sai Chaitanya</a:t>
            </a:r>
          </a:p>
          <a:p>
            <a:pPr/>
            <a:r>
              <a:t>  • A Sai Teja</a:t>
            </a:r>
          </a:p>
          <a:p>
            <a:pPr/>
            <a:r>
              <a:t>  • R Vamsi Meenan</a:t>
            </a:r>
          </a:p>
          <a:p>
            <a:pPr/>
          </a:p>
          <a:p>
            <a:pPr/>
            <a:r>
              <a:t>Guided By: Dr. Phani Krishna</a:t>
            </a:r>
          </a:p>
          <a:p>
            <a:pPr/>
            <a:r>
              <a:t>Assistant Professor, Department of Electrical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simulation system for autonomous vehicle movement in a dynamic virtual environment.</a:t>
            </a:r>
          </a:p>
          <a:p>
            <a:pPr/>
            <a:r>
              <a:t>Vehicles act as independent agents that observe surroundings and adjust movement.</a:t>
            </a:r>
          </a:p>
          <a:p>
            <a:pPr/>
            <a:r>
              <a:t>Combines algorithmic decision logic, mathematical motion modelling, and environment-agent interaction.</a:t>
            </a:r>
          </a:p>
          <a:p>
            <a:pPr/>
            <a:r>
              <a:t>Demonstrates realistic traffic simulation using computational techniques.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traffic is highly dynamic and unpredictable.</a:t>
            </a:r>
          </a:p>
          <a:p>
            <a:pPr/>
            <a:r>
              <a:t>Traditional fixed-rule simulations fail to capture variability and adaptability.</a:t>
            </a:r>
          </a:p>
          <a:p>
            <a:pPr/>
            <a:r>
              <a:t>Goal: Design a flexible simulation where vehicles respond dynamically to environment.</a:t>
            </a:r>
          </a:p>
          <a:p>
            <a:pPr/>
            <a:r>
              <a:t>Integrate motion calculations, adaptive decision logic, and random variations for natural behaviour.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 virtual traffic environment with autonomous agents.</a:t>
            </a:r>
          </a:p>
          <a:p>
            <a:pPr/>
            <a:r>
              <a:t>Implement mathematical motion calculations (trigonometry, linear algebra, calculus).</a:t>
            </a:r>
          </a:p>
          <a:p>
            <a:pPr/>
            <a:r>
              <a:t>Introduce random variations for realistic, non‑repetitive movement.</a:t>
            </a:r>
          </a:p>
          <a:p>
            <a:pPr/>
            <a:r>
              <a:t>Allow intelligent decision‑making and adaptive behaviour.</a:t>
            </a:r>
          </a:p>
          <a:p>
            <a:pPr/>
            <a:r>
              <a:t>Create a foundation for future reinforcement learning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MetaDrive Simulator – high‑fidelity driving environment.</a:t>
            </a:r>
          </a:p>
          <a:p>
            <a:pPr/>
            <a:r>
              <a:t>2. Dataset Collector – incremental collection of 500,000 driving samples.</a:t>
            </a:r>
          </a:p>
          <a:p>
            <a:pPr/>
            <a:r>
              <a:t>3. PPO Agent – learns optimal driving policy.</a:t>
            </a:r>
          </a:p>
          <a:p>
            <a:pPr/>
            <a:r>
              <a:t>4. Domain Randomization – friction, gravity, weather, sensor noise.</a:t>
            </a:r>
          </a:p>
          <a:p>
            <a:pPr/>
            <a:r>
              <a:t>5. Curriculum Learning – 5 difficulty stages (straight road → roundabout).</a:t>
            </a:r>
          </a:p>
          <a:p>
            <a:pPr/>
            <a:r>
              <a:t>6. Visualisation – GIF, 9 charts, summary report.</a:t>
            </a:r>
          </a:p>
          <a:p>
            <a:pPr/>
            <a:r>
              <a:t>7. Live Demo – interactive MetaDrive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Collected 500,000 transitions (observation, action, reward, next observation).</a:t>
            </a:r>
          </a:p>
          <a:p>
            <a:pPr/>
            <a:r>
              <a:t>Progressive difficulty strategy:</a:t>
            </a:r>
          </a:p>
          <a:p>
            <a:pPr/>
            <a:r>
              <a:t>  • 0‑100k: random exploration</a:t>
            </a:r>
          </a:p>
          <a:p>
            <a:pPr/>
            <a:r>
              <a:t>  • 100k‑200k: straight driving</a:t>
            </a:r>
          </a:p>
          <a:p>
            <a:pPr/>
            <a:r>
              <a:t>  • 200k‑300k: moderate steering</a:t>
            </a:r>
          </a:p>
          <a:p>
            <a:pPr/>
            <a:r>
              <a:t>  • 300k‑400k: aggressive steering</a:t>
            </a:r>
          </a:p>
          <a:p>
            <a:pPr/>
            <a:r>
              <a:t>  • 400k‑500k: expert varied driving</a:t>
            </a:r>
          </a:p>
          <a:p>
            <a:pPr/>
            <a:r>
              <a:t>Checkpoints saved every 50,000 samples – supports resuming.</a:t>
            </a:r>
          </a:p>
          <a:p>
            <a:pPr/>
            <a:r>
              <a:t>Final dataset size: ~545 MB.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 PPO (Proximal Policy Optimization) – stable, efficient.</a:t>
            </a:r>
          </a:p>
          <a:p>
            <a:pPr/>
            <a:r>
              <a:t>Domain Randomization: friction, gravity, mass, road friction, lidar noise, weather, lighting.</a:t>
            </a:r>
          </a:p>
          <a:p>
            <a:pPr/>
            <a:r>
              <a:t>Curriculum Learning: 5 stages updated during training.</a:t>
            </a:r>
          </a:p>
          <a:p>
            <a:pPr/>
            <a:r>
              <a:t>Training steps: 200,000 (approx. 30‑40 minutes on CPU).</a:t>
            </a:r>
          </a:p>
          <a:p>
            <a:pPr/>
            <a:r>
              <a:t>Hyperparameters: learning rate 0.0003, batch size 64, n_steps 2048.</a:t>
            </a:r>
          </a:p>
          <a:p>
            <a:pPr/>
            <a:r>
              <a:t>Model saved as .zip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performance_graph_20260405_223756_first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6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Performance GIF (Animated)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65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The GIF shows reward, steering, throttle, and cumulative reward over time. (Static preview – the actual file is animated.)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analysis_charts_20260405_2237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6343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Analysis Charts (9 subplots)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89800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Includes rewards, cumulative reward, steering/throttle distributions, action space, loss curves, algorithm comparison, and training details.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Report (Excerpt)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================================================================================</a:t>
            </a:r>
          </a:p>
          <a:p>
            <a:pPr/>
            <a:r>
              <a:t>SELF-DRIVING CAR - PROFESSIONAL SUMMARY REPORT</a:t>
            </a:r>
          </a:p>
          <a:p>
            <a:pPr/>
            <a:r>
              <a:t>Generated: 2026-04-05 22:51:37</a:t>
            </a:r>
          </a:p>
          <a:p>
            <a:pPr/>
            <a:r>
              <a:t>================================================================================</a:t>
            </a:r>
          </a:p>
          <a:p>
            <a:pPr/>
          </a:p>
          <a:p>
            <a:pPr/>
            <a:r>
              <a:t>1. DATASET INFORMATION</a:t>
            </a:r>
          </a:p>
          <a:p>
            <a:pPr/>
            <a:r>
              <a:t>   File name: dataset_500000_20260405_193130.pkl</a:t>
            </a:r>
          </a:p>
          <a:p>
            <a:pPr/>
            <a:r>
              <a:t>   Total samples: 500,000</a:t>
            </a:r>
          </a:p>
          <a:p>
            <a:pPr/>
            <a:r>
              <a:t>   File size: 544.18 MB</a:t>
            </a:r>
          </a:p>
          <a:p>
            <a:pPr/>
          </a:p>
          <a:p>
            <a:pPr/>
            <a:r>
              <a:t>2. MODEL INFORMATION</a:t>
            </a:r>
          </a:p>
          <a:p>
            <a:pPr/>
            <a:r>
              <a:t>   Algorithm: PPO (Proximal Policy Optimization)</a:t>
            </a:r>
          </a:p>
          <a:p>
            <a:pPr/>
            <a:r>
              <a:t>   Training steps: 200,000</a:t>
            </a:r>
          </a:p>
          <a:p>
            <a:pPr/>
            <a:r>
              <a:t>   Model file: self_driving_model_20260405_223756.zip</a:t>
            </a:r>
          </a:p>
          <a:p>
            <a:pPr/>
            <a:r>
              <a:t>   Hyperparameters: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`python video.py` to watch the trained car drive in real time.</a:t>
            </a:r>
          </a:p>
          <a:p>
            <a:pPr/>
            <a:r>
              <a:t>A MetaDrive window opens with rendering enabled.</a:t>
            </a:r>
          </a:p>
          <a:p>
            <a:pPr/>
            <a:r>
              <a:t>The car drives until it crashes or reaches destination.</a:t>
            </a:r>
          </a:p>
          <a:p>
            <a:pPr/>
            <a:r>
              <a:t>Console prints step‑by‑step reward, total reward, and final statistics.</a:t>
            </a:r>
          </a:p>
          <a:p>
            <a:pPr/>
            <a:r>
              <a:t>Demonstrates the trained policy in 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trained a PPO agent that drives on multiple road types.</a:t>
            </a:r>
          </a:p>
          <a:p>
            <a:pPr/>
            <a:r>
              <a:t>Average episode length: ~150‑200 steps (depending on training).</a:t>
            </a:r>
          </a:p>
          <a:p>
            <a:pPr/>
            <a:r>
              <a:t>Mean reward per step: positive (avoiding crashes, staying on road).</a:t>
            </a:r>
          </a:p>
          <a:p>
            <a:pPr/>
            <a:r>
              <a:t>Steering centred near zero, throttle mostly positive – good driving behaviour.</a:t>
            </a:r>
          </a:p>
          <a:p>
            <a:pPr/>
            <a:r>
              <a:t>Domain randomization and curriculum improved robustness.</a:t>
            </a:r>
          </a:p>
          <a:p>
            <a:pPr/>
            <a:r>
              <a:t>All outputs (GIF, charts, report) generated automatically.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complete self‑driving car pipeline using reinforcement learning.</a:t>
            </a:r>
          </a:p>
          <a:p>
            <a:pPr/>
            <a:r>
              <a:t>Collected 500,000 diverse driving samples.</a:t>
            </a:r>
          </a:p>
          <a:p>
            <a:pPr/>
            <a:r>
              <a:t>Trained a PPO agent with domain randomization and curriculum.</a:t>
            </a:r>
          </a:p>
          <a:p>
            <a:pPr/>
            <a:r>
              <a:t>Generated professional visualisations and a live demo.</a:t>
            </a:r>
          </a:p>
          <a:p>
            <a:pPr/>
            <a:r>
              <a:t>Project is research‑grade and can be extended with more advanced algorithms (SAC, Transformer, hierarchical options).</a:t>
            </a:r>
          </a:p>
          <a:p>
            <a:pPr/>
            <a:r>
              <a:t>Provides a strong foundation for future work in autonomous driving.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Soft Actor‑Critic (SAC) for higher sample efficiency.</a:t>
            </a:r>
          </a:p>
          <a:p>
            <a:pPr/>
            <a:r>
              <a:t>Add transformer‑based temporal memory (sliding window).</a:t>
            </a:r>
          </a:p>
          <a:p>
            <a:pPr/>
            <a:r>
              <a:t>Incorporate hierarchical options (meta‑controller + skills).</a:t>
            </a:r>
          </a:p>
          <a:p>
            <a:pPr/>
            <a:r>
              <a:t>Deploy on real hardware (Donkey Car / F1TENTH) using domain adaptation.</a:t>
            </a:r>
          </a:p>
          <a:p>
            <a:pPr/>
            <a:r>
              <a:t>Integrate with real‑time sensor data from cameras and LiDAR.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